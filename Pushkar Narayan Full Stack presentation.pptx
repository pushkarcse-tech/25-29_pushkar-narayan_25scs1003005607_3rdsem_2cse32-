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15.jpg"/><Relationship Id="rId6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0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6.jpg"/><Relationship Id="rId7" Type="http://schemas.openxmlformats.org/officeDocument/2006/relationships/image" Target="../media/image19.jpg"/><Relationship Id="rId8" Type="http://schemas.openxmlformats.org/officeDocument/2006/relationships/image" Target="../media/image21.jpg"/><Relationship Id="rId9" Type="http://schemas.openxmlformats.org/officeDocument/2006/relationships/image" Target="../media/image23.jpg"/><Relationship Id="rId10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lm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541020"/>
            <a:ext cx="3886200" cy="518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000" b="1">
                <a:solidFill>
                  <a:srgbClr val="18365C"/>
                </a:solidFill>
                <a:latin typeface="Aptos Display"/>
              </a:defRPr>
            </a:pPr>
            <a:r>
              <a:t>FULL-STACK DEVELOPMENT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0">
                <a:solidFill>
                  <a:srgbClr val="2F67B2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97480"/>
            <a:ext cx="3429000" cy="22860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3017520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017520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PUSHKAR NARAYAN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10712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Admission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410712"/>
            <a:ext cx="1529586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rPr sz="1200"/>
              <a:t>25SCS1003005607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926080" y="3803904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803904"/>
            <a:ext cx="2093971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B.Tech</a:t>
            </a:r>
            <a:r>
              <a:rPr dirty="0"/>
              <a:t> CSE  |  Semester:</a:t>
            </a:r>
            <a:r>
              <a:rPr lang="en-IN" dirty="0"/>
              <a:t> 3rd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926080" y="4197096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197096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2025 – 2029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90288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590288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83479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Internship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983479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1 August 2026 – 1 September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18365C"/>
                </a:solidFill>
                <a:latin typeface="Aptos"/>
              </a:defRPr>
            </a:pPr>
            <a:r>
              <a:t>School of Computer Science and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72784"/>
            <a:ext cx="10332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IILM University,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0">
                <a:solidFill>
                  <a:srgbClr val="23282D"/>
                </a:solidFill>
                <a:latin typeface="Aptos"/>
              </a:defRPr>
            </a:pPr>
            <a:r>
              <a:t>A practical full-stack web development internship focused on building and understanding web application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1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Internship begins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2783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Task-based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t>Frontend + backend + database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1675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t>Browser, API and database testing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0567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1 Sep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Internship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8365C"/>
                </a:solidFill>
                <a:latin typeface="Aptos"/>
              </a:defRPr>
            </a:pPr>
            <a:r>
              <a:t>Task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01  Secure User Authentication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02  Employee Management System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03  Local Store E-commerce Platform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04  Real-Time Chat Application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05  Social Media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29000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8365C"/>
                </a:solidFill>
                <a:latin typeface="Aptos"/>
              </a:defRPr>
            </a:pPr>
            <a:r>
              <a:t>Internship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40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User-facing web interfaces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Server-side APIs and application logic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Authentication, validation and secure handling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MongoDB-backed data storage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Testing, debugging and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rPr sz="2500" b="1"/>
              <a:t>What is Full-Stack Development?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5212080" cy="484632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389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18365C"/>
                </a:solidFill>
                <a:latin typeface="Aptos"/>
              </a:defRPr>
            </a:pPr>
            <a:r>
              <a:rPr sz="1900" b="1"/>
              <a:t>Core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5212080" cy="4846320"/>
          </a:xfrm>
          <a:prstGeom prst="rect">
            <a:avLst/>
          </a:prstGeom>
          <a:solidFill>
            <a:srgbClr val="F5F7F9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79" y="1417320"/>
            <a:ext cx="4389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18365C"/>
                </a:solidFill>
                <a:latin typeface="Aptos"/>
              </a:defRPr>
            </a:pPr>
            <a:r>
              <a:rPr sz="1900" b="1"/>
              <a:t>Internship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rPr sz="1300"/>
              <a:t>• Front-end — HTML, CSS, JavaScript and responsive UI</a:t>
            </a:r>
            <a:br/>
            <a:r>
              <a:rPr sz="1300"/>
              <a:t>• Back-end — Node.js, Express.js, REST APIs and application logic</a:t>
            </a:r>
            <a:br/>
            <a:r>
              <a:rPr sz="1300"/>
              <a:t>• Database — MongoDB / Mongoose for persistent data</a:t>
            </a:r>
            <a:br/>
            <a:r>
              <a:rPr sz="1300"/>
              <a:t>• Deployment — preparing and hosting the application for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rPr sz="1300"/>
              <a:t>• Secure authentication and protected resources</a:t>
            </a:r>
            <a:br/>
            <a:r>
              <a:rPr sz="1300"/>
              <a:t>• Employee CRUD workflows</a:t>
            </a:r>
            <a:br/>
            <a:r>
              <a:rPr sz="1300"/>
              <a:t>• E-commerce catalogue and shopping flow</a:t>
            </a:r>
            <a:br/>
            <a:r>
              <a:rPr sz="1300"/>
              <a:t>• Real-time communication concepts</a:t>
            </a:r>
            <a:br/>
            <a:r>
              <a:rPr sz="1300"/>
              <a:t>• Social media interaction concepts</a:t>
            </a:r>
            <a:br/>
            <a:r>
              <a:rPr sz="1300"/>
              <a:t>• Testing, debugging, Git/GitHub and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Page structure, forms and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33672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Layout, styling and responsive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Client-side interaction and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Server-side JavaScript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Backend server and API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MongoDB / Mongoose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Persistent data and database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Password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33672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Token-based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71231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52628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33672" y="465429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494690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Version control and submission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t>Core implementation: Secure User Authentication using Node.js, Express.js, MongoDB, bcrypt and JWT. Deployment concepts were covered as part of the full-stack workflow.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rPr sz="2400" b="1"/>
              <a:t>Project Overview – Secure User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515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23282D"/>
                </a:solidFill>
                <a:latin typeface="Aptos"/>
              </a:defRPr>
            </a:pPr>
            <a:r>
              <a:rPr sz="1400"/>
              <a:t>Problem: secure login, protected resources and safe credential storage; solution: a full-stack authentication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743200" cy="114300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rPr sz="1800" b="1"/>
              <a:t>Front-end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rPr sz="1300"/>
              <a:t>HTML • CSS • 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6596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rPr sz="1800" b="1"/>
              <a:t>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rPr sz="1300"/>
              <a:t>REST APIs • validation •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965960"/>
            <a:ext cx="2743200" cy="114300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rPr sz="1800" b="1"/>
              <a:t>Security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rPr sz="1300"/>
              <a:t>bcrypt • JWT • protected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160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434340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rPr sz="1800" b="1"/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709159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rPr sz="1300"/>
              <a:t>User records • persistence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429000" y="2350008"/>
            <a:ext cx="640080" cy="274320"/>
          </a:xfrm>
          <a:prstGeom prst="right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6949440" y="2350008"/>
            <a:ext cx="640080" cy="274320"/>
          </a:xfrm>
          <a:prstGeom prst="right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5440680" y="3182112"/>
            <a:ext cx="274320" cy="685800"/>
          </a:xfrm>
          <a:prstGeom prst="down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623560"/>
            <a:ext cx="9509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>
                <a:solidFill>
                  <a:srgbClr val="66707A"/>
                </a:solidFill>
                <a:latin typeface="Aptos"/>
              </a:defRPr>
            </a:pPr>
            <a:r>
              <a:rPr sz="1100"/>
              <a:t>Features: registration, login, hashing, JWT authentication and protected routes  |  Contribution: UI, APIs, database integration, testing and debugging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1 – Secure User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Implement secure sign-up, login and protected-route access.</a:t>
            </a:r>
          </a:p>
        </p:txBody>
      </p:sp>
      <p:pic>
        <p:nvPicPr>
          <p:cNvPr id="7" name="Picture 6" descr="task1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Login and registration interface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Password hashing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JWT-based authentication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Protected route access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MongoDB-backed user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257800"/>
            <a:ext cx="2788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66707A"/>
                </a:solidFill>
                <a:latin typeface="Aptos"/>
              </a:defRPr>
            </a:pPr>
            <a:r>
              <a:t>Working output documented in the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2 – Employee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Enable administrators to perform CRUD operations on employee records with validation and authentication.</a:t>
            </a:r>
          </a:p>
        </p:txBody>
      </p:sp>
      <p:pic>
        <p:nvPicPr>
          <p:cNvPr id="7" name="Picture 6" descr="task2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Employee dashboard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Add / read / update / delete controls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Department and role information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Searchable employee records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Authenticated administrative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3 – Local Store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Enable customers to browse products and purchase through a practical shopping interface.</a:t>
            </a:r>
          </a:p>
        </p:txBody>
      </p:sp>
      <p:pic>
        <p:nvPicPr>
          <p:cNvPr id="7" name="Picture 6" descr="task3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Product catalogue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Product cards and prices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Shopping cart indicator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Category/navigation interface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Add-to-cart interaction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4 – Real-Time Chat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Use WebSocket technology to enable instant messaging between users.</a:t>
            </a:r>
          </a:p>
        </p:txBody>
      </p:sp>
      <p:pic>
        <p:nvPicPr>
          <p:cNvPr id="7" name="Picture 6" descr="task4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Conversation list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Online status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Message history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Sender/receiver message styling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Message composer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5 – Social Media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Allow users to create profiles, share posts and interact with other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User profile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Post composer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Feed-style post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Likes / comments / share controls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Trending topics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  <p:pic>
        <p:nvPicPr>
          <p:cNvPr id="15" name="Picture 14" descr="task5_final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Results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60704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23282D"/>
                </a:solidFill>
                <a:latin typeface="Aptos"/>
              </a:defRPr>
            </a:pPr>
            <a:r>
              <a:t>The internship connected requirements, implementation, testing and documentation across a range of web application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8365C"/>
                </a:solidFill>
                <a:latin typeface="Aptos"/>
              </a:defRPr>
            </a:pPr>
            <a:r>
              <a:t>Key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82D"/>
                </a:solidFill>
                <a:latin typeface="Aptos"/>
              </a:defRPr>
            </a:pPr>
            <a:r>
              <a:t>•  Improved understanding of full-stack web application structure.</a:t>
            </a:r>
          </a:p>
          <a:p>
            <a:pPr>
              <a:defRPr sz="1250"/>
            </a:pPr>
            <a:r>
              <a:t>•  Practical experience with HTML, CSS, JavaScript, Node.js and Express.js.</a:t>
            </a:r>
          </a:p>
          <a:p>
            <a:pPr>
              <a:defRPr sz="1250"/>
            </a:pPr>
            <a:r>
              <a:t>•  Experience with MongoDB, REST APIs and authentication workflows.</a:t>
            </a:r>
          </a:p>
          <a:p>
            <a:pPr>
              <a:defRPr sz="1250"/>
            </a:pPr>
            <a:r>
              <a:t>•  Improved debugging, API testing and problem-solving skills.</a:t>
            </a:r>
          </a:p>
          <a:p>
            <a:pPr>
              <a:defRPr sz="1250"/>
            </a:pPr>
            <a:r>
              <a:t>•  Hands-on use of Git/GitHub for version control and submission.</a:t>
            </a:r>
          </a:p>
          <a:p>
            <a:pPr>
              <a:defRPr sz="1250"/>
            </a:pPr>
            <a:r>
              <a:t>•  Developed communication, teamwork and task-planning skills.</a:t>
            </a:r>
          </a:p>
          <a:p>
            <a:pPr>
              <a:defRPr sz="1250"/>
            </a:pPr>
            <a:r>
              <a:t>•  Exposure to iterative/agile-style development and technical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8365C"/>
                </a:solidFill>
                <a:latin typeface="Aptos"/>
              </a:defRPr>
            </a:pPr>
            <a:r>
              <a:t>Development workflow</a:t>
            </a:r>
          </a:p>
        </p:txBody>
      </p:sp>
      <p:sp>
        <p:nvSpPr>
          <p:cNvPr id="9" name="Oval 8"/>
          <p:cNvSpPr/>
          <p:nvPr/>
        </p:nvSpPr>
        <p:spPr>
          <a:xfrm>
            <a:off x="6995160" y="2240280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2258568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21992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2898648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916936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8036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UI /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3557016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3575304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538728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Backend / Data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4215384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4233672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197096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6995160" y="4873752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60" y="4892040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55464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3282D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28800" y="868680"/>
            <a:ext cx="8549640" cy="544068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Supporting Document – Offer Letter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pic>
        <p:nvPicPr>
          <p:cNvPr id="10" name="Picture 9" descr="offer_fin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310" y="923544"/>
            <a:ext cx="377262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05840" y="914400"/>
            <a:ext cx="10149840" cy="539496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Supporting Document – Internship Completion Certificate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pic>
        <p:nvPicPr>
          <p:cNvPr id="10" name="Picture 9" descr="cert_no_q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0204" y="960120"/>
            <a:ext cx="750111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400" b="1">
                <a:solidFill>
                  <a:srgbClr val="18365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900" b="1">
                <a:solidFill>
                  <a:srgbClr val="2F67B2"/>
                </a:solidFill>
                <a:latin typeface="Aptos"/>
              </a:defRPr>
            </a:pPr>
            <a:r>
              <a:t>Full-Stack Development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3063240"/>
            <a:ext cx="80924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3401568"/>
            <a:ext cx="73609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>
                <a:solidFill>
                  <a:srgbClr val="23282D"/>
                </a:solidFill>
                <a:latin typeface="Aptos"/>
              </a:defRPr>
            </a:pPr>
            <a:r>
              <a:t>The internship strengthened my practical skills in full-stack development, authentication, REST APIs, database connectivity, testing, version control and technical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t>PUSHKAR NARAYAN  |  B.Tech CSE  |  IILM University, Greater Noida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Pushkar Narayan  |  Full-Stack Development Internship  |  Prodigy InfoTech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Pushkar Narayan177</cp:lastModifiedBy>
  <cp:revision>3</cp:revision>
  <dcterms:created xsi:type="dcterms:W3CDTF">2013-01-27T09:14:16Z</dcterms:created>
  <dcterms:modified xsi:type="dcterms:W3CDTF">2026-09-09T14:22:22Z</dcterms:modified>
  <cp:category/>
</cp:coreProperties>
</file>